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76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0384E-E6C0-4453-A82A-79D2114A9677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34E55-3B50-4041-896B-D03BCB4E83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7771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0384E-E6C0-4453-A82A-79D2114A9677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34E55-3B50-4041-896B-D03BCB4E83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32635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0384E-E6C0-4453-A82A-79D2114A9677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34E55-3B50-4041-896B-D03BCB4E83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1096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0384E-E6C0-4453-A82A-79D2114A9677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34E55-3B50-4041-896B-D03BCB4E83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1485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0384E-E6C0-4453-A82A-79D2114A9677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34E55-3B50-4041-896B-D03BCB4E83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6453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0384E-E6C0-4453-A82A-79D2114A9677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34E55-3B50-4041-896B-D03BCB4E83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74020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0384E-E6C0-4453-A82A-79D2114A9677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34E55-3B50-4041-896B-D03BCB4E83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30975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0384E-E6C0-4453-A82A-79D2114A9677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34E55-3B50-4041-896B-D03BCB4E83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4829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0384E-E6C0-4453-A82A-79D2114A9677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34E55-3B50-4041-896B-D03BCB4E83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35069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0384E-E6C0-4453-A82A-79D2114A9677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34E55-3B50-4041-896B-D03BCB4E83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7142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0384E-E6C0-4453-A82A-79D2114A9677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34E55-3B50-4041-896B-D03BCB4E83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37197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620384E-E6C0-4453-A82A-79D2114A9677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2D34E55-3B50-4041-896B-D03BCB4E83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113706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AECA9E-C029-4463-ABF2-64A3CE55D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SELECT * from A inner join B on A.name = B.name;</a:t>
            </a: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05A170FE-AD25-25E7-162E-5A10D2E190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9916170"/>
              </p:ext>
            </p:extLst>
          </p:nvPr>
        </p:nvGraphicFramePr>
        <p:xfrm>
          <a:off x="359735" y="1772462"/>
          <a:ext cx="718938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460">
                  <a:extLst>
                    <a:ext uri="{9D8B030D-6E8A-4147-A177-3AD203B41FA5}">
                      <a16:colId xmlns:a16="http://schemas.microsoft.com/office/drawing/2014/main" val="1778771894"/>
                    </a:ext>
                  </a:extLst>
                </a:gridCol>
                <a:gridCol w="2832690">
                  <a:extLst>
                    <a:ext uri="{9D8B030D-6E8A-4147-A177-3AD203B41FA5}">
                      <a16:colId xmlns:a16="http://schemas.microsoft.com/office/drawing/2014/main" val="757157487"/>
                    </a:ext>
                  </a:extLst>
                </a:gridCol>
                <a:gridCol w="973766">
                  <a:extLst>
                    <a:ext uri="{9D8B030D-6E8A-4147-A177-3AD203B41FA5}">
                      <a16:colId xmlns:a16="http://schemas.microsoft.com/office/drawing/2014/main" val="449612183"/>
                    </a:ext>
                  </a:extLst>
                </a:gridCol>
                <a:gridCol w="2764465">
                  <a:extLst>
                    <a:ext uri="{9D8B030D-6E8A-4147-A177-3AD203B41FA5}">
                      <a16:colId xmlns:a16="http://schemas.microsoft.com/office/drawing/2014/main" val="3435062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Id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Piloto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Id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Pilotos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34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S. Pérez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S. Pérez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607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M.</a:t>
                      </a:r>
                      <a:r>
                        <a:rPr lang="es-MX" b="0" i="0" dirty="0">
                          <a:solidFill>
                            <a:srgbClr val="1F1F1F"/>
                          </a:solidFill>
                          <a:effectLst/>
                          <a:latin typeface="Google Sans"/>
                        </a:rPr>
                        <a:t> Verstappen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M.</a:t>
                      </a:r>
                      <a:r>
                        <a:rPr lang="es-MX" b="0" i="0" dirty="0">
                          <a:solidFill>
                            <a:srgbClr val="1F1F1F"/>
                          </a:solidFill>
                          <a:effectLst/>
                          <a:latin typeface="Google Sans"/>
                        </a:rPr>
                        <a:t> Verstappen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859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L. Hamilton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L. Hamilton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874760"/>
                  </a:ext>
                </a:extLst>
              </a:tr>
            </a:tbl>
          </a:graphicData>
        </a:graphic>
      </p:graphicFrame>
      <p:pic>
        <p:nvPicPr>
          <p:cNvPr id="18" name="Imagen 17" descr="Diagrama de Venn&#10;&#10;El contenido generado por IA puede ser incorrecto.">
            <a:extLst>
              <a:ext uri="{FF2B5EF4-FFF2-40B4-BE49-F238E27FC236}">
                <a16:creationId xmlns:a16="http://schemas.microsoft.com/office/drawing/2014/main" id="{764B6791-D74F-3233-9918-840FCAB668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7333" y="1836331"/>
            <a:ext cx="2819400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053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DE751-5370-D711-8DAE-FC8261066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347BCE-16CD-E35E-FCA3-1BBFE8AE9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SELECT * from A full outer join B on A.name = B.name;</a:t>
            </a: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3934C69C-AF14-245F-BA73-799346F6AA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6660085"/>
              </p:ext>
            </p:extLst>
          </p:nvPr>
        </p:nvGraphicFramePr>
        <p:xfrm>
          <a:off x="967563" y="1690688"/>
          <a:ext cx="6241312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7047">
                  <a:extLst>
                    <a:ext uri="{9D8B030D-6E8A-4147-A177-3AD203B41FA5}">
                      <a16:colId xmlns:a16="http://schemas.microsoft.com/office/drawing/2014/main" val="3912636825"/>
                    </a:ext>
                  </a:extLst>
                </a:gridCol>
                <a:gridCol w="1901455">
                  <a:extLst>
                    <a:ext uri="{9D8B030D-6E8A-4147-A177-3AD203B41FA5}">
                      <a16:colId xmlns:a16="http://schemas.microsoft.com/office/drawing/2014/main" val="3604866055"/>
                    </a:ext>
                  </a:extLst>
                </a:gridCol>
                <a:gridCol w="871870">
                  <a:extLst>
                    <a:ext uri="{9D8B030D-6E8A-4147-A177-3AD203B41FA5}">
                      <a16:colId xmlns:a16="http://schemas.microsoft.com/office/drawing/2014/main" val="332074811"/>
                    </a:ext>
                  </a:extLst>
                </a:gridCol>
                <a:gridCol w="2200940">
                  <a:extLst>
                    <a:ext uri="{9D8B030D-6E8A-4147-A177-3AD203B41FA5}">
                      <a16:colId xmlns:a16="http://schemas.microsoft.com/office/drawing/2014/main" val="18666995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Id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Pilotos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Id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Pilotos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777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G. Russell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63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K. Antonelli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810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S. Perez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S. Perez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500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F. Alonso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116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M. Botas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82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M. Verstappen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M. Verstappen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360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L. Lawson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51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MX" dirty="0"/>
                        <a:t>I. Hadjar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846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C. Leclerk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463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L. Hamilton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L. Hamilton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274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L. Norris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7995851"/>
                  </a:ext>
                </a:extLst>
              </a:tr>
            </a:tbl>
          </a:graphicData>
        </a:graphic>
      </p:graphicFrame>
      <p:pic>
        <p:nvPicPr>
          <p:cNvPr id="11" name="Imagen 10" descr="Un dibujo de un perro&#10;&#10;El contenido generado por IA puede ser incorrecto.">
            <a:extLst>
              <a:ext uri="{FF2B5EF4-FFF2-40B4-BE49-F238E27FC236}">
                <a16:creationId xmlns:a16="http://schemas.microsoft.com/office/drawing/2014/main" id="{260DF9C4-6B3C-98C4-FD84-295FE2997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3344" y="2400444"/>
            <a:ext cx="3673414" cy="205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765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8082BD-F34B-4448-D958-400A0F1DF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SELECT * from A left outer join B on A.name = B.name where B.name is Null</a:t>
            </a:r>
          </a:p>
        </p:txBody>
      </p:sp>
      <p:pic>
        <p:nvPicPr>
          <p:cNvPr id="6" name="Imagen 5" descr="Diagrama, Diagrama de Venn&#10;&#10;El contenido generado por IA puede ser incorrecto.">
            <a:extLst>
              <a:ext uri="{FF2B5EF4-FFF2-40B4-BE49-F238E27FC236}">
                <a16:creationId xmlns:a16="http://schemas.microsoft.com/office/drawing/2014/main" id="{8816DFF2-EFD9-9154-7295-07119C1B3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011" y="1894910"/>
            <a:ext cx="3833402" cy="2400354"/>
          </a:xfrm>
          <a:prstGeom prst="rect">
            <a:avLst/>
          </a:prstGeom>
        </p:spPr>
      </p:pic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60894ABA-6061-2E50-38D2-24B0A283C0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7656042"/>
              </p:ext>
            </p:extLst>
          </p:nvPr>
        </p:nvGraphicFramePr>
        <p:xfrm>
          <a:off x="317204" y="1804360"/>
          <a:ext cx="5498805" cy="276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7828">
                  <a:extLst>
                    <a:ext uri="{9D8B030D-6E8A-4147-A177-3AD203B41FA5}">
                      <a16:colId xmlns:a16="http://schemas.microsoft.com/office/drawing/2014/main" val="1986265074"/>
                    </a:ext>
                  </a:extLst>
                </a:gridCol>
                <a:gridCol w="2118369">
                  <a:extLst>
                    <a:ext uri="{9D8B030D-6E8A-4147-A177-3AD203B41FA5}">
                      <a16:colId xmlns:a16="http://schemas.microsoft.com/office/drawing/2014/main" val="2516398321"/>
                    </a:ext>
                  </a:extLst>
                </a:gridCol>
                <a:gridCol w="720524">
                  <a:extLst>
                    <a:ext uri="{9D8B030D-6E8A-4147-A177-3AD203B41FA5}">
                      <a16:colId xmlns:a16="http://schemas.microsoft.com/office/drawing/2014/main" val="668455861"/>
                    </a:ext>
                  </a:extLst>
                </a:gridCol>
                <a:gridCol w="2052084">
                  <a:extLst>
                    <a:ext uri="{9D8B030D-6E8A-4147-A177-3AD203B41FA5}">
                      <a16:colId xmlns:a16="http://schemas.microsoft.com/office/drawing/2014/main" val="1281634297"/>
                    </a:ext>
                  </a:extLst>
                </a:gridCol>
              </a:tblGrid>
              <a:tr h="553528">
                <a:tc>
                  <a:txBody>
                    <a:bodyPr/>
                    <a:lstStyle/>
                    <a:p>
                      <a:r>
                        <a:rPr lang="es-MX" dirty="0"/>
                        <a:t>Id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Pilotos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Id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Pilotos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455123"/>
                  </a:ext>
                </a:extLst>
              </a:tr>
              <a:tr h="553528">
                <a:tc>
                  <a:txBody>
                    <a:bodyPr/>
                    <a:lstStyle/>
                    <a:p>
                      <a:r>
                        <a:rPr lang="es-MX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M. Botas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623821"/>
                  </a:ext>
                </a:extLst>
              </a:tr>
              <a:tr h="553528">
                <a:tc>
                  <a:txBody>
                    <a:bodyPr/>
                    <a:lstStyle/>
                    <a:p>
                      <a:r>
                        <a:rPr lang="es-MX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L. Hadjar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642"/>
                  </a:ext>
                </a:extLst>
              </a:tr>
              <a:tr h="553528">
                <a:tc>
                  <a:txBody>
                    <a:bodyPr/>
                    <a:lstStyle/>
                    <a:p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C. Leclerk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657583"/>
                  </a:ext>
                </a:extLst>
              </a:tr>
              <a:tr h="553528">
                <a:tc>
                  <a:txBody>
                    <a:bodyPr/>
                    <a:lstStyle/>
                    <a:p>
                      <a:r>
                        <a:rPr lang="es-MX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L. Norris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111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0178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8717B0-CB24-B75C-CB70-CE02AB45A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SELECT * from A right outer join B on A.name = B.name where A.name is Null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4F3AE1F8-8BE0-AB02-FA84-5C3F6A49AF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3579021"/>
              </p:ext>
            </p:extLst>
          </p:nvPr>
        </p:nvGraphicFramePr>
        <p:xfrm>
          <a:off x="838200" y="1825625"/>
          <a:ext cx="5498805" cy="276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581">
                  <a:extLst>
                    <a:ext uri="{9D8B030D-6E8A-4147-A177-3AD203B41FA5}">
                      <a16:colId xmlns:a16="http://schemas.microsoft.com/office/drawing/2014/main" val="519262042"/>
                    </a:ext>
                  </a:extLst>
                </a:gridCol>
                <a:gridCol w="1937616">
                  <a:extLst>
                    <a:ext uri="{9D8B030D-6E8A-4147-A177-3AD203B41FA5}">
                      <a16:colId xmlns:a16="http://schemas.microsoft.com/office/drawing/2014/main" val="1159494996"/>
                    </a:ext>
                  </a:extLst>
                </a:gridCol>
                <a:gridCol w="763054">
                  <a:extLst>
                    <a:ext uri="{9D8B030D-6E8A-4147-A177-3AD203B41FA5}">
                      <a16:colId xmlns:a16="http://schemas.microsoft.com/office/drawing/2014/main" val="648245505"/>
                    </a:ext>
                  </a:extLst>
                </a:gridCol>
                <a:gridCol w="2009554">
                  <a:extLst>
                    <a:ext uri="{9D8B030D-6E8A-4147-A177-3AD203B41FA5}">
                      <a16:colId xmlns:a16="http://schemas.microsoft.com/office/drawing/2014/main" val="2725856535"/>
                    </a:ext>
                  </a:extLst>
                </a:gridCol>
              </a:tblGrid>
              <a:tr h="553528">
                <a:tc>
                  <a:txBody>
                    <a:bodyPr/>
                    <a:lstStyle/>
                    <a:p>
                      <a:r>
                        <a:rPr lang="es-MX" dirty="0"/>
                        <a:t>Id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Pilotos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Id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Pilotos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844165"/>
                  </a:ext>
                </a:extLst>
              </a:tr>
              <a:tr h="553528"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G. Russell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657039"/>
                  </a:ext>
                </a:extLst>
              </a:tr>
              <a:tr h="553528"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K. Antonelli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470456"/>
                  </a:ext>
                </a:extLst>
              </a:tr>
              <a:tr h="553528"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F. Alonso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818637"/>
                  </a:ext>
                </a:extLst>
              </a:tr>
              <a:tr h="553528"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L. Lawson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367248"/>
                  </a:ext>
                </a:extLst>
              </a:tr>
            </a:tbl>
          </a:graphicData>
        </a:graphic>
      </p:graphicFrame>
      <p:pic>
        <p:nvPicPr>
          <p:cNvPr id="8" name="Imagen 7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B5261E9D-ED79-DCD8-186C-67ADA9676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827" y="1729933"/>
            <a:ext cx="4035827" cy="246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320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1D321E-9F10-6B6E-1664-30141DD6E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SELECT * from A left outer join B on A name = B name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6C0B3433-EAE9-95CC-ECFE-3C0EE6C9C6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6804344"/>
              </p:ext>
            </p:extLst>
          </p:nvPr>
        </p:nvGraphicFramePr>
        <p:xfrm>
          <a:off x="699978" y="1690688"/>
          <a:ext cx="4903380" cy="5131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8353">
                  <a:extLst>
                    <a:ext uri="{9D8B030D-6E8A-4147-A177-3AD203B41FA5}">
                      <a16:colId xmlns:a16="http://schemas.microsoft.com/office/drawing/2014/main" val="1725436750"/>
                    </a:ext>
                  </a:extLst>
                </a:gridCol>
                <a:gridCol w="3485027">
                  <a:extLst>
                    <a:ext uri="{9D8B030D-6E8A-4147-A177-3AD203B41FA5}">
                      <a16:colId xmlns:a16="http://schemas.microsoft.com/office/drawing/2014/main" val="857919732"/>
                    </a:ext>
                  </a:extLst>
                </a:gridCol>
              </a:tblGrid>
              <a:tr h="427653">
                <a:tc>
                  <a:txBody>
                    <a:bodyPr/>
                    <a:lstStyle/>
                    <a:p>
                      <a:r>
                        <a:rPr lang="es-MX" dirty="0"/>
                        <a:t>Id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Pilotos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8500058"/>
                  </a:ext>
                </a:extLst>
              </a:tr>
              <a:tr h="427653">
                <a:tc>
                  <a:txBody>
                    <a:bodyPr/>
                    <a:lstStyle/>
                    <a:p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S. Perez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714034"/>
                  </a:ext>
                </a:extLst>
              </a:tr>
              <a:tr h="427653">
                <a:tc>
                  <a:txBody>
                    <a:bodyPr/>
                    <a:lstStyle/>
                    <a:p>
                      <a:r>
                        <a:rPr lang="es-MX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M. Botas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39431"/>
                  </a:ext>
                </a:extLst>
              </a:tr>
              <a:tr h="427653">
                <a:tc>
                  <a:txBody>
                    <a:bodyPr/>
                    <a:lstStyle/>
                    <a:p>
                      <a:r>
                        <a:rPr lang="es-MX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M. Verstappen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61221"/>
                  </a:ext>
                </a:extLst>
              </a:tr>
              <a:tr h="427653">
                <a:tc>
                  <a:txBody>
                    <a:bodyPr/>
                    <a:lstStyle/>
                    <a:p>
                      <a:r>
                        <a:rPr lang="es-MX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L. Hadjar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64181"/>
                  </a:ext>
                </a:extLst>
              </a:tr>
              <a:tr h="427653">
                <a:tc>
                  <a:txBody>
                    <a:bodyPr/>
                    <a:lstStyle/>
                    <a:p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C. Leclerk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910573"/>
                  </a:ext>
                </a:extLst>
              </a:tr>
              <a:tr h="427653">
                <a:tc>
                  <a:txBody>
                    <a:bodyPr/>
                    <a:lstStyle/>
                    <a:p>
                      <a:r>
                        <a:rPr lang="es-MX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L. Hamilton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435569"/>
                  </a:ext>
                </a:extLst>
              </a:tr>
              <a:tr h="427653">
                <a:tc>
                  <a:txBody>
                    <a:bodyPr/>
                    <a:lstStyle/>
                    <a:p>
                      <a:r>
                        <a:rPr lang="es-MX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L. Noris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8359499"/>
                  </a:ext>
                </a:extLst>
              </a:tr>
              <a:tr h="427653"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13944"/>
                  </a:ext>
                </a:extLst>
              </a:tr>
              <a:tr h="427653"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615326"/>
                  </a:ext>
                </a:extLst>
              </a:tr>
              <a:tr h="427653"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915454"/>
                  </a:ext>
                </a:extLst>
              </a:tr>
              <a:tr h="427653"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549996"/>
                  </a:ext>
                </a:extLst>
              </a:tr>
            </a:tbl>
          </a:graphicData>
        </a:graphic>
      </p:graphicFrame>
      <p:pic>
        <p:nvPicPr>
          <p:cNvPr id="3" name="Imagen 2" descr="Diagrama, Diagrama de Venn&#10;&#10;El contenido generado por IA puede ser incorrecto.">
            <a:extLst>
              <a:ext uri="{FF2B5EF4-FFF2-40B4-BE49-F238E27FC236}">
                <a16:creationId xmlns:a16="http://schemas.microsoft.com/office/drawing/2014/main" id="{2BB2C92B-947F-694F-EC32-F2664CA55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011" y="1894910"/>
            <a:ext cx="3833402" cy="240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731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D98C8-92F4-A94E-2B80-14667B2C8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8D194C-9854-A719-FE3E-C99DB7F1E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SELECT * from A left outer join B on A name = B name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5FCDB301-5963-74CA-4F9B-919D9D01B8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2756922"/>
              </p:ext>
            </p:extLst>
          </p:nvPr>
        </p:nvGraphicFramePr>
        <p:xfrm>
          <a:off x="699978" y="1690688"/>
          <a:ext cx="4903380" cy="5131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8353">
                  <a:extLst>
                    <a:ext uri="{9D8B030D-6E8A-4147-A177-3AD203B41FA5}">
                      <a16:colId xmlns:a16="http://schemas.microsoft.com/office/drawing/2014/main" val="1725436750"/>
                    </a:ext>
                  </a:extLst>
                </a:gridCol>
                <a:gridCol w="3485027">
                  <a:extLst>
                    <a:ext uri="{9D8B030D-6E8A-4147-A177-3AD203B41FA5}">
                      <a16:colId xmlns:a16="http://schemas.microsoft.com/office/drawing/2014/main" val="857919732"/>
                    </a:ext>
                  </a:extLst>
                </a:gridCol>
              </a:tblGrid>
              <a:tr h="427653">
                <a:tc>
                  <a:txBody>
                    <a:bodyPr/>
                    <a:lstStyle/>
                    <a:p>
                      <a:r>
                        <a:rPr lang="es-MX" dirty="0"/>
                        <a:t>Id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Pilotos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8500058"/>
                  </a:ext>
                </a:extLst>
              </a:tr>
              <a:tr h="427653">
                <a:tc>
                  <a:txBody>
                    <a:bodyPr/>
                    <a:lstStyle/>
                    <a:p>
                      <a:r>
                        <a:rPr lang="es-MX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S. Perez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714034"/>
                  </a:ext>
                </a:extLst>
              </a:tr>
              <a:tr h="427653"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39431"/>
                  </a:ext>
                </a:extLst>
              </a:tr>
              <a:tr h="427653">
                <a:tc>
                  <a:txBody>
                    <a:bodyPr/>
                    <a:lstStyle/>
                    <a:p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M. Verstappen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61221"/>
                  </a:ext>
                </a:extLst>
              </a:tr>
              <a:tr h="427653"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64181"/>
                  </a:ext>
                </a:extLst>
              </a:tr>
              <a:tr h="427653"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910573"/>
                  </a:ext>
                </a:extLst>
              </a:tr>
              <a:tr h="427653">
                <a:tc>
                  <a:txBody>
                    <a:bodyPr/>
                    <a:lstStyle/>
                    <a:p>
                      <a:r>
                        <a:rPr lang="es-MX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L. Hamilton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435569"/>
                  </a:ext>
                </a:extLst>
              </a:tr>
              <a:tr h="427653"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8359499"/>
                  </a:ext>
                </a:extLst>
              </a:tr>
              <a:tr h="427653">
                <a:tc>
                  <a:txBody>
                    <a:bodyPr/>
                    <a:lstStyle/>
                    <a:p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G. Russell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13944"/>
                  </a:ext>
                </a:extLst>
              </a:tr>
              <a:tr h="427653">
                <a:tc>
                  <a:txBody>
                    <a:bodyPr/>
                    <a:lstStyle/>
                    <a:p>
                      <a:r>
                        <a:rPr lang="es-MX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K. Antonelli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615326"/>
                  </a:ext>
                </a:extLst>
              </a:tr>
              <a:tr h="427653">
                <a:tc>
                  <a:txBody>
                    <a:bodyPr/>
                    <a:lstStyle/>
                    <a:p>
                      <a:r>
                        <a:rPr lang="es-MX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F. Alonso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915454"/>
                  </a:ext>
                </a:extLst>
              </a:tr>
              <a:tr h="427653">
                <a:tc>
                  <a:txBody>
                    <a:bodyPr/>
                    <a:lstStyle/>
                    <a:p>
                      <a:r>
                        <a:rPr lang="es-MX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L. Lawson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549996"/>
                  </a:ext>
                </a:extLst>
              </a:tr>
            </a:tbl>
          </a:graphicData>
        </a:graphic>
      </p:graphicFrame>
      <p:pic>
        <p:nvPicPr>
          <p:cNvPr id="5" name="Imagen 4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4B6C0D61-BD1C-1FED-2F1F-5AF647B0AF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827" y="1729933"/>
            <a:ext cx="4035827" cy="246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079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2421</TotalTime>
  <Words>357</Words>
  <Application>Microsoft Office PowerPoint</Application>
  <PresentationFormat>Panorámica</PresentationFormat>
  <Paragraphs>158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Office Theme</vt:lpstr>
      <vt:lpstr>SELECT * from A inner join B on A.name = B.name;</vt:lpstr>
      <vt:lpstr>SELECT * from A full outer join B on A.name = B.name;</vt:lpstr>
      <vt:lpstr>SELECT * from A left outer join B on A.name = B.name where B.name is Null</vt:lpstr>
      <vt:lpstr>SELECT * from A right outer join B on A.name = B.name where A.name is Null</vt:lpstr>
      <vt:lpstr>SELECT * from A left outer join B on A name = B name</vt:lpstr>
      <vt:lpstr>SELECT * from A left outer join B on A name = B name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 * from A inner join B on A.name = B.name;</dc:title>
  <dc:creator>Webibabo 1400</dc:creator>
  <cp:lastModifiedBy>Webibabo 1400</cp:lastModifiedBy>
  <cp:revision>2</cp:revision>
  <dcterms:created xsi:type="dcterms:W3CDTF">2026-02-22T05:47:04Z</dcterms:created>
  <dcterms:modified xsi:type="dcterms:W3CDTF">2026-02-24T05:50:03Z</dcterms:modified>
</cp:coreProperties>
</file>